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987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51881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3725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6710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7022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492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10/26/2026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203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10/26/2026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3313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6250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6042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196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5918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990664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056801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981329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33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6095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66150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23596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0239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52265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10/26/2026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0363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68469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73905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755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84211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99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763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92580"/>
            <a:ext cx="10566400" cy="445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1486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86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FB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Triwizathon · Problem Statement 4 · Team Logic Legend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6500"/>
            <a:ext cx="10883392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6500" b="1" i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Snitch </a:t>
            </a:r>
            <a:r>
              <a:rPr lang="en-US" sz="6500" b="1" i="0" dirty="0">
                <a:solidFill>
                  <a:srgbClr val="A7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(ScoutIQ)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812800" y="2159000"/>
            <a:ext cx="1088339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Roster-first esports scouting and multi-roster intelligence for VALORANT and CS2</a:t>
            </a:r>
            <a:endParaRPr lang="en-US" sz="1900" dirty="0"/>
          </a:p>
        </p:txBody>
      </p:sp>
      <p:pic>
        <p:nvPicPr>
          <p:cNvPr id="5" name="Image 0" descr="Pipeline: roster gap, role engine, optimizer, audit snapshot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812800" y="4381500"/>
            <a:ext cx="10566400" cy="146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esports scouting breaks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4655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failures lead to an expensive signing</a:t>
            </a:r>
            <a:endParaRPr lang="en-US" sz="1500" dirty="0"/>
          </a:p>
        </p:txBody>
      </p:sp>
      <p:pic>
        <p:nvPicPr>
          <p:cNvPr id="4" name="Image 0" descr="Four failures leading to a costly bad signing"/>
          <p:cNvPicPr>
            <a:picLocks noChangeAspect="1"/>
          </p:cNvPicPr>
          <p:nvPr/>
        </p:nvPicPr>
        <p:blipFill>
          <a:blip r:embed="rId3"/>
          <a:srcRect t="-17" b="-17"/>
          <a:stretch/>
        </p:blipFill>
        <p:spPr>
          <a:xfrm>
            <a:off x="812800" y="1910080"/>
            <a:ext cx="105664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238241"/>
            <a:ext cx="33138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49.3 vs 74.8 roster-fit anomaly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Roster-first scouting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4655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"who has the best stats?" to "who fixes our weakness?"</a:t>
            </a:r>
            <a:endParaRPr lang="en-US" sz="1500" dirty="0"/>
          </a:p>
        </p:txBody>
      </p:sp>
      <p:pic>
        <p:nvPicPr>
          <p:cNvPr id="4" name="Image 0" descr="Traditional flow versus roster-first flow"/>
          <p:cNvPicPr>
            <a:picLocks noChangeAspect="1"/>
          </p:cNvPicPr>
          <p:nvPr/>
        </p:nvPicPr>
        <p:blipFill>
          <a:blip r:embed="rId3"/>
          <a:srcRect t="-17" b="-17"/>
          <a:stretch/>
        </p:blipFill>
        <p:spPr>
          <a:xfrm>
            <a:off x="812800" y="1910080"/>
            <a:ext cx="105664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238241"/>
            <a:ext cx="6060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scoring · analyst-certified IGL guardrail · immutable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4655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FastAPI backend behind a secured, role-aware gateway</a:t>
            </a:r>
            <a:endParaRPr lang="en-US" sz="1500" dirty="0"/>
          </a:p>
        </p:txBody>
      </p:sp>
      <p:pic>
        <p:nvPicPr>
          <p:cNvPr id="4" name="Image 0" descr="Four layer architecture: client, gateway, backend, data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812800" y="1910080"/>
            <a:ext cx="10566400" cy="3492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238239"/>
            <a:ext cx="45131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· FastAPI · Pydantic v2 · React 18 · SQLite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engine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4655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pipeline from raw stats to the optimal roster</a:t>
            </a:r>
            <a:endParaRPr lang="en-US" sz="1500" dirty="0"/>
          </a:p>
        </p:txBody>
      </p:sp>
      <p:pic>
        <p:nvPicPr>
          <p:cNvPr id="4" name="Image 0" descr="Scoring core feeding fit analysis and optimization"/>
          <p:cNvPicPr>
            <a:picLocks noChangeAspect="1"/>
          </p:cNvPicPr>
          <p:nvPr/>
        </p:nvPicPr>
        <p:blipFill>
          <a:blip r:embed="rId3"/>
          <a:srcRect l="-43" r="-43"/>
          <a:stretch/>
        </p:blipFill>
        <p:spPr>
          <a:xfrm>
            <a:off x="812800" y="1910082"/>
            <a:ext cx="10566400" cy="279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238239"/>
            <a:ext cx="49031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GTI = Global Talent Index · ILP = integer linear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core innovations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4655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waterfall sums exactly to the decision delta</a:t>
            </a:r>
            <a:endParaRPr lang="en-US" sz="1500" dirty="0"/>
          </a:p>
        </p:txBody>
      </p:sp>
      <p:pic>
        <p:nvPicPr>
          <p:cNvPr id="4" name="Image 0" descr="Waterfall chart of Candidate A over B and four innovation modules"/>
          <p:cNvPicPr>
            <a:picLocks noChangeAspect="1"/>
          </p:cNvPicPr>
          <p:nvPr/>
        </p:nvPicPr>
        <p:blipFill>
          <a:blip r:embed="rId3"/>
          <a:srcRect l="-29" r="-29"/>
          <a:stretch/>
        </p:blipFill>
        <p:spPr>
          <a:xfrm>
            <a:off x="812800" y="1910082"/>
            <a:ext cx="105664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238239"/>
            <a:ext cx="65087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values: example from the project report; net is the sum of the four parts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impact and 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4655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from 10 VCT LAN matches, and the next three quarters</a:t>
            </a:r>
            <a:endParaRPr lang="en-US" sz="1500" dirty="0"/>
          </a:p>
        </p:txBody>
      </p:sp>
      <p:pic>
        <p:nvPicPr>
          <p:cNvPr id="4" name="Image 0" descr="Scouting hours chart, validation stats and roadmap"/>
          <p:cNvPicPr>
            <a:picLocks noChangeAspect="1"/>
          </p:cNvPicPr>
          <p:nvPr/>
        </p:nvPicPr>
        <p:blipFill>
          <a:blip r:embed="rId3"/>
          <a:srcRect t="-17" b="-17"/>
          <a:stretch/>
        </p:blipFill>
        <p:spPr>
          <a:xfrm>
            <a:off x="812800" y="1910082"/>
            <a:ext cx="105664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238239"/>
            <a:ext cx="30292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as stated in the project report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</TotalTime>
  <Words>173</Words>
  <Application>Microsoft Office PowerPoint</Application>
  <PresentationFormat>Widescreen</PresentationFormat>
  <Paragraphs>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Neue Haas Grotesk Text Pro</vt:lpstr>
      <vt:lpstr>System Font Regular</vt:lpstr>
      <vt:lpstr>Bjorn</vt:lpstr>
      <vt:lpstr>Golden Snitch (ScoutIQ)</vt:lpstr>
      <vt:lpstr>Why esports scouting breaks</vt:lpstr>
      <vt:lpstr>Roster-first scouting</vt:lpstr>
      <vt:lpstr>System architecture</vt:lpstr>
      <vt:lpstr>Mathematical engine</vt:lpstr>
      <vt:lpstr>Five core innovations</vt:lpstr>
      <vt:lpstr>Validation, impact and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Golden Snitch (ScoutIQ) – Pitch Deck</dc:title>
  <dc:subject/>
  <dc:creator/>
  <cp:lastModifiedBy>Krishna Chandrakant Patil</cp:lastModifiedBy>
  <cp:revision>2</cp:revision>
  <dcterms:created xsi:type="dcterms:W3CDTF">2026-10-24T23:44:21Z</dcterms:created>
  <dcterms:modified xsi:type="dcterms:W3CDTF">2026-10-26T16:01:44Z</dcterms:modified>
</cp:coreProperties>
</file>